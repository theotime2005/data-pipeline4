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Présentation — Pipeline Iris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Pipeline Dockerisé pour prédire la longueur des sépales (Iris)</a:t>
            </a:r>
          </a:p>
          <a:p>
            <a:pPr/>
            <a:r>
              <a:t>Équipe : 3–4 étudiants</a:t>
            </a:r>
          </a:p>
          <a:p>
            <a:pPr/>
            <a:r>
              <a:t>Soutenance : 06/02/2026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Automatiser l'estimation de `sepal_length` à partir de `sepal_width`.</a:t>
            </a:r>
          </a:p>
          <a:p>
            <a:pPr/>
            <a:r>
              <a:t>Concevoir un pipeline reproductible et observable utilisant Docker, PostgreSQL et MLflow.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— Vue globale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`preprocess` : charge `iris.csv`, nettoie, normalise, écrit en PostgreSQL</a:t>
            </a:r>
          </a:p>
          <a:p>
            <a:pPr/>
            <a:r>
              <a:t>`train` : lit la table, entraîne RandomForest, enregistre dans MLflow</a:t>
            </a:r>
          </a:p>
          <a:p>
            <a:pPr/>
            <a:r>
              <a:t>`mlflow` : UI + Model Registry (backend=Postgres, artifacts=/mlruns)</a:t>
            </a:r>
          </a:p>
          <a:p>
            <a:pPr/>
            <a:r>
              <a:t>`api` : FastAPI qui charge le modèle et expose `/predict`</a:t>
            </a:r>
          </a:p>
          <a:p>
            <a:pPr/>
            <a:r>
              <a:t>(Schéma simple à afficher sur la slide)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Choix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Docker Compose pour orchestration (simplicité pour la soutenance)</a:t>
            </a:r>
          </a:p>
          <a:p>
            <a:pPr/>
            <a:r>
              <a:t>PostgreSQL pour persistance (initialisation via `db/init.sql`)</a:t>
            </a:r>
          </a:p>
          <a:p>
            <a:pPr/>
            <a:r>
              <a:t>MLflow (traçage + registry)</a:t>
            </a:r>
          </a:p>
          <a:p>
            <a:pPr/>
            <a:r>
              <a:t>FastAPI pour l'API (docs Swagger intégrées)</a:t>
            </a:r>
          </a:p>
          <a:p>
            <a:pPr/>
            <a:r>
              <a:t>RandomForestRegressor (scikit-learn) comme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 de démonstration (ordre)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Lancer : `docker compose up --build`</a:t>
            </a:r>
          </a:p>
          <a:p>
            <a:pPr/>
            <a:r>
              <a:t>Ouvrir MLflow UI : `http://localhost:5000` — montrer expérience et artefacts</a:t>
            </a:r>
          </a:p>
          <a:p>
            <a:pPr/>
            <a:r>
              <a:t>Ouvrir Swagger : `http://localhost:8000/docs` — tester `/predict`</a:t>
            </a:r>
          </a:p>
          <a:p>
            <a:pPr/>
            <a:r>
              <a:t>Exécuter script e2e : `./scripts/e2e_test.sh` (valide pipeline end-to-end)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&amp; métriques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Exemple de métriques (run actuel) :</a:t>
            </a:r>
          </a:p>
          <a:p>
            <a:pPr/>
            <a:r>
              <a:t>- MSE = 1.0957</a:t>
            </a:r>
          </a:p>
          <a:p>
            <a:pPr/>
            <a:r>
              <a:t>- R² = -0.6086</a:t>
            </a:r>
          </a:p>
          <a:p>
            <a:pPr/>
            <a:r>
              <a:t>Remarque : ces valeurs indiquent une performance faible — expliquer limite (1 feature seulement).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critique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Points faibles : features insuffisantes, pipeline de preprocessing non persisté (scaler non sérialisé), métriques à améliorer.</a:t>
            </a:r>
          </a:p>
          <a:p>
            <a:pPr/>
            <a:r>
              <a:t>Améliorations proposées : utiliser plusieurs features, pipeline scikit-learn, GridSearchCV, CI et tests, endpoint reload modèle.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Répartition du travail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: Preprocess &amp; ingestion DB</a:t>
            </a:r>
          </a:p>
          <a:p>
            <a:pPr/>
            <a:r>
              <a:t>B : Training &amp; MLflow</a:t>
            </a:r>
          </a:p>
          <a:p>
            <a:pPr/>
            <a:r>
              <a:t>C : API &amp; déploiement</a:t>
            </a:r>
          </a:p>
          <a:p>
            <a:pPr/>
            <a:r>
              <a:t>D : Docs, tests e2e, slides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Démo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Montrer MLflow (run, artefacts)</a:t>
            </a:r>
          </a:p>
          <a:p>
            <a:pPr/>
            <a:r>
              <a:t>Lancer une prédiction via Swagger</a:t>
            </a:r>
          </a:p>
          <a:p>
            <a:pPr/>
            <a:r>
              <a:t>Lancer `./scripts/e2e_test.sh` (montre reproductibilité)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Fin de la présentation.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